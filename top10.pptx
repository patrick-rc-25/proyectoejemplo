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B9E97-70E5-4924-9AD0-DF19CB189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6B0744-5BE3-490C-8010-606848B24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11B635-ED25-4F5C-AC20-CD02B44B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CA4E1-AC78-4C25-BCE3-499733E3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BDF014-AD27-475A-A00D-934AC353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199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5412D-48E6-4AB4-9F2B-B095009D4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D05EE4-FA5E-4233-B499-8FA604F0C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C28E76-947D-44B8-9806-FF4A737FD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F93BC3-0DD1-4840-B22F-75C6C593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D770B-1462-4B73-BDD1-DD44AF68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823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24A9F-1904-4E7E-807C-1D471B51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8A43AA-76D9-4801-81FA-AA24A0997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97D4DF-1ECB-441E-9F7E-EA5FFC87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25D87D-7FC6-4E5B-9E91-257041E3A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53ECC1-F965-45EE-A9E8-8C2BDC32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96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C8CF9-031E-4EFD-8378-5B545836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5FAB26-08B2-40AA-ADCF-4305BB65A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1E48C5-2F77-4097-BCB2-E5E59455E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C299F6-AE82-46B9-A105-1E126A53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31A3DF-56A6-4FF3-A1B9-7C9F03EB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8E33AC-997C-4BA1-863B-8673D84F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289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37EC6-C71D-4326-8418-2E198225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4CF571-DA5B-4460-B5F4-1BCD2CBB1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5C1122-2580-4F96-ADB2-049299EA5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8B5E97-C996-41F4-8146-E273607E3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88C0DD-5A56-42D2-9489-F90E4ACF9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B5DDAA-2586-49D8-8851-12BCC1F8A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3A05714-DBD9-484F-AE70-BB26EECBD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DB13BF3-FC62-45D4-AE46-2E4CED2E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52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8592F-4C8B-4C26-8C0D-C577EF39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52A672-25DD-4DED-A932-16374D329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A4B76D-F40B-45DE-B3F5-B63DEB0D3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19E925-382A-4BBD-BE1E-6533289D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5250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598966-625D-44E3-950E-EB4C027F0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5F5D29-11AB-4720-B3B7-11EA88057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4471DD-9430-457C-843D-8A9589316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379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721FF-C854-4A16-8400-1DB5B4A5F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A18E40-0FC0-4C6C-96E7-2B1AAD0E7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4C2B0A-2366-4D3C-9BB7-36F4CD7FD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C4A3E7-09CA-49DC-B558-B561F6E6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DA5B67-DE47-44BA-9260-F291A3BD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AE27E9-2502-45B6-B11E-B02951DB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964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A4DD0-348A-4F9C-A6BF-54847DA8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03B38E-5661-4834-B980-04FD6FEE2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BD9E81-5E54-4955-B685-51195290D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623404-1ECD-42AF-9957-BEA8A9CD6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C490DA-D7EC-45E3-A65F-91A92C7C5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6975CA-646F-46B0-B887-6DCD904E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5929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EDACB-07D5-4BA8-8F5C-A0463D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D5F66C-FC2F-40CE-9D68-513C58976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1DC895-BF57-4DF8-B95F-8FD0CF12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EA921B-111B-4512-8E19-B0C8DB72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315CFC-B03D-4D87-ABFA-822DD21D6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89032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BD195C-51A6-48DA-BECE-5A3696254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5FD1EB-2CAB-4318-B37D-C5A16B097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745E9B-B14D-4535-A95C-99D88E84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BD51C7-0247-4709-9A42-07CF0F357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E9ED02-7EF8-4F3F-BCE9-E296ED343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230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6C820D-BCAB-44B1-AA45-CBA0FE177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5BBC15-EDA5-48B6-AC02-A6A19A2BD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C6E2F3-CF5D-4D9B-951A-D2FA77E6C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B34DA-AAB2-4984-AA6C-3D4766DCE372}" type="datetimeFigureOut">
              <a:rPr lang="es-PE" smtClean="0"/>
              <a:t>17/09/2026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8DFD2F-DFA3-4328-9B38-E8DEE2498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313A38-6A37-46E4-B407-5DB93B2C9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5A8CB-C1B1-4034-8BF7-3268E06693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696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32C14-7969-4863-A530-6CF3454B4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TOP 10 MEMES DE WBNS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CF6637-03EB-4679-8ACC-5A577820D4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WUAZA XD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32494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6225287D-A054-4DBD-8628-74FFCB5A2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497106" cy="360362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TOP 10:</a:t>
            </a:r>
            <a:endParaRPr lang="es-PE" dirty="0"/>
          </a:p>
        </p:txBody>
      </p:sp>
      <p:pic>
        <p:nvPicPr>
          <p:cNvPr id="1026" name="Picture 2" descr="WBNS 🙀✨️ Waaaa me encantó el coloreado 🫶💕 #wbns #wbnsxminecraft #wbnsxmc  #wbds #aquino #duxorethey #soarinngfanart #natalan #minecraft #memes  #fanart #drawing #art #artwork #digitaldrawing #digitalart #digitalpainting  #illustration #sketch #wip ...">
            <a:extLst>
              <a:ext uri="{FF2B5EF4-FFF2-40B4-BE49-F238E27FC236}">
                <a16:creationId xmlns:a16="http://schemas.microsoft.com/office/drawing/2014/main" id="{B7B4C3C9-2DA1-4176-A9F6-69E8E5A90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475" y="1062038"/>
            <a:ext cx="3829050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12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6225287D-A054-4DBD-8628-74FFCB5A2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497106" cy="360362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TOP 9:</a:t>
            </a:r>
            <a:endParaRPr lang="es-PE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A761726-A5FC-4AFC-B547-8F311815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860" y="1248661"/>
            <a:ext cx="4342279" cy="436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6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6225287D-A054-4DBD-8628-74FFCB5A2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497106" cy="360362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TOP 8:</a:t>
            </a:r>
            <a:endParaRPr lang="es-PE" dirty="0"/>
          </a:p>
        </p:txBody>
      </p:sp>
      <p:pic>
        <p:nvPicPr>
          <p:cNvPr id="3074" name="Picture 2" descr="Simplemente &quot;los webones&quot; : r/Locochon">
            <a:extLst>
              <a:ext uri="{FF2B5EF4-FFF2-40B4-BE49-F238E27FC236}">
                <a16:creationId xmlns:a16="http://schemas.microsoft.com/office/drawing/2014/main" id="{16F574CB-0C9D-4E54-83F2-A997A1F27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8" y="1500188"/>
            <a:ext cx="41624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17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6225287D-A054-4DBD-8628-74FFCB5A2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497106" cy="360362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TOP 7:</a:t>
            </a:r>
            <a:endParaRPr lang="es-PE" dirty="0"/>
          </a:p>
        </p:txBody>
      </p:sp>
      <p:pic>
        <p:nvPicPr>
          <p:cNvPr id="4098" name="Picture 2" descr="Pin">
            <a:extLst>
              <a:ext uri="{FF2B5EF4-FFF2-40B4-BE49-F238E27FC236}">
                <a16:creationId xmlns:a16="http://schemas.microsoft.com/office/drawing/2014/main" id="{BC611131-E263-4D83-91C5-38B9C34A4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946" y="1821936"/>
            <a:ext cx="3134108" cy="3214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711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6225287D-A054-4DBD-8628-74FFCB5A2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497106" cy="360362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TOP 6:</a:t>
            </a:r>
            <a:endParaRPr lang="es-PE" dirty="0"/>
          </a:p>
        </p:txBody>
      </p:sp>
      <p:pic>
        <p:nvPicPr>
          <p:cNvPr id="5122" name="Picture 2" descr="Pin">
            <a:extLst>
              <a:ext uri="{FF2B5EF4-FFF2-40B4-BE49-F238E27FC236}">
                <a16:creationId xmlns:a16="http://schemas.microsoft.com/office/drawing/2014/main" id="{31D638B2-3C2F-4BC3-91DC-37BE742FA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213" y="1923862"/>
            <a:ext cx="2997574" cy="301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47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6225287D-A054-4DBD-8628-74FFCB5A2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497106" cy="360362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TOP 5:</a:t>
            </a:r>
            <a:endParaRPr lang="es-PE" dirty="0"/>
          </a:p>
        </p:txBody>
      </p:sp>
      <p:pic>
        <p:nvPicPr>
          <p:cNvPr id="6146" name="Picture 2" descr="Pin">
            <a:extLst>
              <a:ext uri="{FF2B5EF4-FFF2-40B4-BE49-F238E27FC236}">
                <a16:creationId xmlns:a16="http://schemas.microsoft.com/office/drawing/2014/main" id="{BA3C3BC9-F813-4148-A33D-67FDCA80A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245" y="1893094"/>
            <a:ext cx="3403510" cy="307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9420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</Words>
  <Application>Microsoft Office PowerPoint</Application>
  <PresentationFormat>Panorámica</PresentationFormat>
  <Paragraphs>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TOP 10 MEMES DE WBNS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10 MEMES DE WBNS</dc:title>
  <dc:creator>estudianteuc</dc:creator>
  <cp:lastModifiedBy>estudianteuc</cp:lastModifiedBy>
  <cp:revision>1</cp:revision>
  <dcterms:created xsi:type="dcterms:W3CDTF">2026-09-17T14:50:11Z</dcterms:created>
  <dcterms:modified xsi:type="dcterms:W3CDTF">2026-09-17T14:58:34Z</dcterms:modified>
</cp:coreProperties>
</file>